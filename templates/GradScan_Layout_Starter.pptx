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4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Photo Placeholder Shape -->
      <p:sp>
        <p:nvSpPr>
          <p:cNvPr id="2" name="photo" descr="Graduate Photo Placeholder (2:3 Aspect Ratio)"/>
          <p:cNvSpPr/>
          <p:nvPr/>
        </p:nvSpPr>
        <p:spPr>
          <a:xfrm>
            <a:off x="731520" y="822960"/>
            <a:ext cx="2682240" cy="4023589"/>
          </a:xfrm>
          <a:prstGeom prst="rect">
            <a:avLst/>
          </a:prstGeom>
          <a:solidFill>
            <a:srgbClr val="CBD5E1"/>
          </a:solidFill>
          <a:ln w="25400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lang="en-US" sz="1600" b="1">
                <a:solidFill>
                  <a:srgbClr val="64748B"/>
                </a:solidFill>
                <a:latin typeface="Segoe UI"/>
              </a:rPr>
              <a:t>PHOTO 2:3</a:t>
            </a:r>
          </a:p>
        </p:txBody>
      </p:sp>
      <!-- Header Shape -->
      <p:sp>
        <p:nvSpPr>
          <p:cNvPr id="3" name="Header Shape"/>
          <p:cNvSpPr/>
          <p:nvPr/>
        </p:nvSpPr>
        <p:spPr>
          <a:xfrm>
            <a:off x="4267200" y="548640"/>
            <a:ext cx="7315200" cy="685800"/>
          </a:xfrm>
          <a:prstGeom prst="rect">
            <a:avLst/>
          </a:prstGeom>
          <a:noFill/>
        </p:spPr>
        <p:txBody>
          <a:bodyPr anchor="t"/>
          <a:lstStyle/>
          <a:p>
            <a:pPr algn="l"/>
            <a:r>
              <a:rPr lang="en-US" sz="3000" b="1">
                <a:solidFill>
                  <a:srgbClr val="FFFFFF"/>
                </a:solidFill>
                <a:latin typeface="Segoe UI"/>
              </a:rPr>
              <a:t>{{header}}</a:t>
            </a:r>
          </a:p>
        </p:txBody>
      </p:sp>
      <!-- Full Name Shape -->
      <p:sp>
        <p:nvSpPr>
          <p:cNvPr id="4" name="Name Shape"/>
          <p:cNvSpPr/>
          <p:nvPr/>
        </p:nvSpPr>
        <p:spPr>
          <a:xfrm>
            <a:off x="4267200" y="1920240"/>
            <a:ext cx="7315200" cy="1097280"/>
          </a:xfrm>
          <a:prstGeom prst="rect">
            <a:avLst/>
          </a:prstGeom>
          <a:noFill/>
        </p:spPr>
        <p:txBody>
          <a:bodyPr anchor="t"/>
          <a:lstStyle/>
          <a:p>
            <a:pPr algn="l"/>
            <a:r>
              <a:rPr lang="en-US" sz="4800" b="1">
                <a:solidFill>
                  <a:srgbClr val="FFFFFF"/>
                </a:solidFill>
                <a:latin typeface="Segoe UI"/>
              </a:rPr>
              <a:t>{{name}}</a:t>
            </a:r>
          </a:p>
        </p:txBody>
      </p:sp>
      <!-- Student ID Shape -->
      <p:sp>
        <p:nvSpPr>
          <p:cNvPr id="5" name="Student ID Shape"/>
          <p:cNvSpPr/>
          <p:nvPr/>
        </p:nvSpPr>
        <p:spPr>
          <a:xfrm>
            <a:off x="4267200" y="3291840"/>
            <a:ext cx="7315200" cy="548640"/>
          </a:xfrm>
          <a:prstGeom prst="rect">
            <a:avLst/>
          </a:prstGeom>
          <a:noFill/>
        </p:spPr>
        <p:txBody>
          <a:bodyPr anchor="t"/>
          <a:lstStyle/>
          <a:p>
            <a:pPr algn="l"/>
            <a:r>
              <a:rPr lang="en-US" sz="2100">
                <a:solidFill>
                  <a:srgbClr val="FFFFFF"/>
                </a:solidFill>
                <a:latin typeface="Segoe UI"/>
              </a:rPr>
              <a:t>{{student_id}}</a:t>
            </a:r>
          </a:p>
        </p:txBody>
      </p:sp>
      <!-- Course & Major Shape -->
      <p:sp>
        <p:nvSpPr>
          <p:cNvPr id="6" name="Course Shape"/>
          <p:cNvSpPr/>
          <p:nvPr/>
        </p:nvSpPr>
        <p:spPr>
          <a:xfrm>
            <a:off x="4267200" y="3840480"/>
            <a:ext cx="7315200" cy="617220"/>
          </a:xfrm>
          <a:prstGeom prst="rect">
            <a:avLst/>
          </a:prstGeom>
          <a:noFill/>
        </p:spPr>
        <p:txBody>
          <a:bodyPr anchor="t"/>
          <a:lstStyle/>
          <a:p>
            <a:pPr algn="l"/>
            <a:r>
              <a:rPr lang="en-US" sz="2400">
                <a:solidFill>
                  <a:srgbClr val="FFFFFF"/>
                </a:solidFill>
                <a:latin typeface="Segoe UI"/>
              </a:rPr>
              <a:t>{{course}}</a:t>
            </a:r>
          </a:p>
        </p:txBody>
      </p:sp>
      <!-- Honors Shape -->
      <p:sp>
        <p:nvSpPr>
          <p:cNvPr id="7" name="Honors Shape"/>
          <p:cNvSpPr/>
          <p:nvPr/>
        </p:nvSpPr>
        <p:spPr>
          <a:xfrm>
            <a:off x="4267200" y="4526280"/>
            <a:ext cx="7315200" cy="617220"/>
          </a:xfrm>
          <a:prstGeom prst="rect">
            <a:avLst/>
          </a:prstGeom>
          <a:noFill/>
        </p:spPr>
        <p:txBody>
          <a:bodyPr anchor="t"/>
          <a:lstStyle/>
          <a:p>
            <a:pPr algn="l"/>
            <a:r>
              <a:rPr lang="en-US" sz="2800" b="1">
                <a:solidFill>
                  <a:srgbClr val="FFDD21"/>
                </a:solidFill>
                <a:latin typeface="Segoe UI"/>
              </a:rPr>
              <a:t>{{honors}}</a:t>
            </a:r>
          </a:p>
        </p:txBody>
      </p:sp>
      <!-- Graduation Year Shape -->
      <p:sp>
        <p:nvSpPr>
          <p:cNvPr id="8" name="Year Shape"/>
          <p:cNvSpPr/>
          <p:nvPr/>
        </p:nvSpPr>
        <p:spPr>
          <a:xfrm>
            <a:off x="4267200" y="5212080"/>
            <a:ext cx="7315200" cy="548640"/>
          </a:xfrm>
          <a:prstGeom prst="rect">
            <a:avLst/>
          </a:prstGeom>
          <a:noFill/>
        </p:spPr>
        <p:txBody>
          <a:bodyPr anchor="t"/>
          <a:lstStyle/>
          <a:p>
            <a:pPr algn="l"/>
            <a:r>
              <a:rPr lang="en-US" sz="2100">
                <a:solidFill>
                  <a:srgbClr val="FFFFFF"/>
                </a:solidFill>
                <a:latin typeface="Segoe UI"/>
              </a:rPr>
              <a:t>{{year}}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-->
      <p:sp>
        <p:nvSpPr>
          <p:cNvPr id="10" name="Title"/>
          <p:cNvSpPr/>
          <p:nvPr/>
        </p:nvSpPr>
        <p:spPr>
          <a:xfrm>
            <a:off x="731520" y="411480"/>
            <a:ext cx="10728960" cy="822960"/>
          </a:xfrm>
          <a:prstGeom prst="rect">
            <a:avLst/>
          </a:prstGeom>
          <a:noFill/>
        </p:spPr>
        <p:txBody>
          <a:bodyPr anchor="t"/>
          <a:lstStyle/>
          <a:p>
            <a:r>
              <a:rPr lang="en-US" sz="3600" b="1">
                <a:solidFill>
                  <a:srgbClr val="074422"/>
                </a:solidFill>
                <a:latin typeface="Segoe UI"/>
              </a:rPr>
              <a:t>GradScan Layout Instructions</a:t>
            </a:r>
          </a:p>
        </p:txBody>
      </p:sp>
      <!-- Content -->
      <p:sp>
        <p:nvSpPr>
          <p:cNvPr id="11" name="Instructions Content"/>
          <p:cNvSpPr/>
          <p:nvPr/>
        </p:nvSpPr>
        <p:spPr>
          <a:xfrm>
            <a:off x="731520" y="1371600"/>
            <a:ext cx="10728960" cy="4800600"/>
          </a:xfrm>
          <a:prstGeom prst="rect">
            <a:avLst/>
          </a:prstGeom>
          <a:noFill/>
        </p:spPr>
        <p:txBody>
          <a:bodyPr anchor="t"/>
          <a:lstStyle/>
          <a:p>
            <a:r>
              <a:rPr lang="en-US" sz="2000" b="1">
                <a:solidFill>
                  <a:srgbClr val="1E293B"/>
                </a:solidFill>
                <a:latin typeface="Segoe UI"/>
              </a:rPr>
              <a:t>1. Slide 1 is your layout template: </a:t>
            </a:r>
            <a:r>
              <a:rPr lang="en-US" sz="2000">
                <a:solidFill>
                  <a:srgbClr val="334155"/>
                </a:solidFill>
                <a:latin typeface="Segoe UI"/>
              </a:rPr>
              <a:t>Move, resize, recolor, and align the placeholder tokens ({{name}}, {{course}}, {{student_id}}, {{honors}}, {{year}}, {{header}}, and the photo shape) to match your department theme.</a:t>
            </a:r>
          </a:p>
          <a:p>
            <a:endParaRPr sz="1200"/>
          </a:p>
          <a:p>
            <a:r>
              <a:rPr lang="en-US" sz="2000" b="1">
                <a:solidFill>
                  <a:srgbClr val="1E293B"/>
                </a:solidFill>
                <a:latin typeface="Segoe UI"/>
              </a:rPr>
              <a:t>2. Keep the placeholder tokens intact: </a:t>
            </a:r>
            <a:r>
              <a:rPr lang="en-US" sz="2000">
                <a:solidFill>
                  <a:srgbClr val="334155"/>
                </a:solidFill>
                <a:latin typeface="Segoe UI"/>
              </a:rPr>
              <a:t>GradScan detects {{name}}, {{course}}, {{student_id}}, {{honors}}, {{year}}, {{header}}, and the shape named "photo". If you don't need a field, simply delete it from Slide 1.</a:t>
            </a:r>
          </a:p>
          <a:p>
            <a:endParaRPr sz="1200"/>
          </a:p>
          <a:p>
            <a:r>
              <a:rPr lang="en-US" sz="2000" b="1">
                <a:solidFill>
                  <a:srgbClr val="1E293B"/>
                </a:solidFill>
                <a:latin typeface="Segoe UI"/>
              </a:rPr>
              <a:t>3. Supported Windows fonts: </a:t>
            </a:r>
            <a:r>
              <a:rPr lang="en-US" sz="2000">
                <a:solidFill>
                  <a:srgbClr val="334155"/>
                </a:solidFill>
                <a:latin typeface="Segoe UI"/>
              </a:rPr>
              <a:t>Arial, Arial Black, Calibri, Cambria, Georgia, Impact, Segoe UI, Tahoma, Times New Roman, Verdana.</a:t>
            </a:r>
          </a:p>
          <a:p>
            <a:endParaRPr sz="1200"/>
          </a:p>
          <a:p>
            <a:r>
              <a:rPr lang="en-US" sz="2000" b="1">
                <a:solidFill>
                  <a:srgbClr val="1E293B"/>
                </a:solidFill>
                <a:latin typeface="Segoe UI"/>
              </a:rPr>
              <a:t>4. Export background image: </a:t>
            </a:r>
            <a:r>
              <a:rPr lang="en-US" sz="2000">
                <a:solidFill>
                  <a:srgbClr val="334155"/>
                </a:solidFill>
                <a:latin typeface="Segoe UI"/>
              </a:rPr>
              <a:t>Once your graphics and background artwork are designed, save Slide 1 as PNG or JPG (File &gt; Export &gt; Change File Type &gt; PNG / JPEG).</a:t>
            </a:r>
          </a:p>
          <a:p>
            <a:endParaRPr sz="1200"/>
          </a:p>
          <a:p>
            <a:r>
              <a:rPr lang="en-US" sz="2000" b="1">
                <a:solidFill>
                  <a:srgbClr val="1E293B"/>
                </a:solidFill>
                <a:latin typeface="Segoe UI"/>
              </a:rPr>
              <a:t>5. Import to GradScan: </a:t>
            </a:r>
            <a:r>
              <a:rPr lang="en-US" sz="2000">
                <a:solidFill>
                  <a:srgbClr val="334155"/>
                </a:solidFill>
                <a:latin typeface="Segoe UI"/>
              </a:rPr>
              <a:t>Go to Layout Management, click "Import from PowerPoint", and upload this .pptx file plus the exported background image!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Segoe UI"/>
      </a:majorFont>
      <a:minorFont>
        <a:latin typeface="Segoe UI"/>
      </a:minorFont>
    </a:fontScheme>
    <a:fmtScheme name="Office">
      <a:fillStyleLst>
        <a:solidFill>
          <a:srgbClr val="FFFFFF"/>
        </a:solidFill>
      </a:fillStyleLst>
      <a:lnStyleLst>
        <a:ln w="9525">
          <a:solidFill>
            <a:srgbClr val="FFFFFF"/>
          </a:solidFill>
        </a:ln>
      </a:lnStyleLst>
      <a:effectStyleLst>
        <a:effectStyle>
          <a:effectLst/>
        </a:effectStyle>
      </a:effectStyleLst>
      <a:bgFillStyleLst>
        <a:solidFill>
          <a:srgbClr val="FFFFFF"/>
        </a:solidFill>
      </a:bgFillStyleLst>
    </a:fmtScheme>
  </a:themeElements>
</a:theme>
</file>